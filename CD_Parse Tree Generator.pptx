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284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016"/>
            <a:ext cx="2286000" cy="7498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4173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 Submission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1965960"/>
            <a:ext cx="12191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Context-Free Grammar Analyzer for Parse Tree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Generation, Ambiguity Detection, and Grammar Transformation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0" y="31089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A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78808" y="3456432"/>
          <a:ext cx="3840480" cy="955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Bindu Potukuchi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2420090092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Sarvani Topella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2420030367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Tanvi Bandaru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2420030507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Varshitha Ravuri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C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2420030536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0" y="46177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A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0" y="48920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Krishna Kishore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0" y="519379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Compiler Design  |  A.Y. 2026 – 2027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0" y="545896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  <p:pic>
        <p:nvPicPr>
          <p:cNvPr id="11" name="Image 1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5943600"/>
            <a:ext cx="228600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160020"/>
            <a:ext cx="1901952" cy="6236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" y="-1188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22376" y="1051560"/>
            <a:ext cx="9966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(CFGs) form the theoretical backbone of compiler design and language processing.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frequently struggle to see how a grammar generates parse trees — and, more importantly, why a grammar may be ambiguous.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classroom tools typically produce a single static parse tree for a given input, with no insight into ambiguity, its cause, or how the grammar could be rewritten to remove it.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forces students to reason about grammar transformations — left factoring, left-recursion elimination, precedence assignment — purely on paper, with no interactive feedback.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85216" y="6281928"/>
            <a:ext cx="11356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an abstract theoretical exercise into a visual, step-by-step experience.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160020"/>
            <a:ext cx="1901952" cy="6236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" y="-1188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22376" y="1051560"/>
            <a:ext cx="9966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8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analyzer: </a:t>
            </a:r>
            <a:r>
              <a:rPr lang="en-US" sz="18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inputs a CFG and a test string; the system validates the grammar's structure and generates the corresponding parse tree.</a:t>
            </a:r>
            <a:endParaRPr lang="en-US" sz="18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input string admits more than one valid derivation, the analyzer generates and displays all possible parse trees and flags the grammar as ambiguous.</a:t>
            </a:r>
            <a:endParaRPr lang="en-US" sz="18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derivation is classified — leftmost, rightmost, parse tree, or abstract syntax tree, where applicable.</a:t>
            </a:r>
            <a:endParaRPr lang="en-US" sz="18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8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ambiguity </a:t>
            </a:r>
            <a:r>
              <a:rPr lang="en-US" sz="18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highlighting where the derivations diverge, and suggests concrete fixes: left factoring, left-recursion elimination, or precedence/associativity rules.</a:t>
            </a:r>
            <a:endParaRPr lang="en-US" sz="18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before-and-after comparison re-parses the input against the transformed grammar to visually confirm the ambiguity has been removed.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160020"/>
            <a:ext cx="1901952" cy="6236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" y="-1188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Tools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22376" y="1051560"/>
            <a:ext cx="9966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only a single, static parse tree per input — no handling of ambiguous grammars.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no explanation of why a grammar is ambiguous or where the derivations diverge.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no guidance on how an ambiguous grammar could be rewritten.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grammar transformations — left factoring, left-recursion elimination, precedence assignment — as pen-and-paper exercises, with no interactive feedback.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85216" y="6281928"/>
            <a:ext cx="11356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 abstract, hard-to-verify exercise instead of a visual, testable one.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160020"/>
            <a:ext cx="1901952" cy="6236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" y="-1188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Objectives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22376" y="1051560"/>
            <a:ext cx="9966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user-defined context-free grammar and a test string, and validate the grammar's structure.</a:t>
            </a:r>
            <a:endParaRPr lang="en-US" sz="17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corresponding parse tree(s) for the input string.</a:t>
            </a:r>
            <a:endParaRPr lang="en-US" sz="17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ambiguity by finding and displaying all valid derivations, classified as leftmost, rightmost, parse tree, or AST.</a:t>
            </a:r>
            <a:endParaRPr lang="en-US" sz="17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source of ambiguity by highlighting exactly where the derivations diverge.</a:t>
            </a:r>
            <a:endParaRPr lang="en-US" sz="17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concrete transformations — left factoring, left-recursion elimination, or precedence/associativity rules.</a:t>
            </a:r>
            <a:endParaRPr lang="en-US" sz="17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Re-parse the input against the revised grammar to visually confirm the ambiguity is resolved.</a:t>
            </a:r>
            <a:endParaRPr lang="en-US" sz="175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7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extensible toward LL/LR parse table construction and code generation.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160020"/>
            <a:ext cx="1901952" cy="6236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" y="-1188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4" name="Image 1" descr="/home/claude/assets/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960120"/>
            <a:ext cx="3291840" cy="4846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85216" y="6281928"/>
            <a:ext cx="11356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grammar input → parse tree generation &amp; ambiguity detection → transformation suggestions → revised, unambiguous grammar.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160020"/>
            <a:ext cx="1901952" cy="6236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" y="-1188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Example — Ambiguous Grammar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22376" y="9601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 </a:t>
            </a:r>
            <a:r>
              <a:rPr lang="en-US" sz="18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→ E + E | E * E | id</a:t>
            </a:r>
            <a:endParaRPr lang="en-US" sz="1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string:  </a:t>
            </a:r>
            <a:r>
              <a:rPr lang="en-US" sz="18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id * id</a:t>
            </a:r>
            <a:endParaRPr lang="en-US" sz="1800" dirty="0"/>
          </a:p>
        </p:txBody>
      </p:sp>
      <p:pic>
        <p:nvPicPr>
          <p:cNvPr id="5" name="Image 1" descr="/home/claude/assets/tre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783080"/>
            <a:ext cx="3566160" cy="3337560"/>
          </a:xfrm>
          <a:prstGeom prst="rect">
            <a:avLst/>
          </a:prstGeom>
        </p:spPr>
      </p:pic>
      <p:pic>
        <p:nvPicPr>
          <p:cNvPr id="6" name="Image 2" descr="/home/claude/assets/tre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83080"/>
            <a:ext cx="3566160" cy="33375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8872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1: (id + id) * id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658368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2: id + (id * id)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85216" y="6281928"/>
            <a:ext cx="11356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analyzer finds two valid parse trees for this input, so the grammar is flagged as ambiguous.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160020"/>
            <a:ext cx="1901952" cy="6236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" y="-1188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Ambiguity Analysis &amp; Suggested Fix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22376" y="1005840"/>
            <a:ext cx="9966960" cy="1691640"/>
          </a:xfrm>
          <a:prstGeom prst="roundRect">
            <a:avLst>
              <a:gd name="adj" fmla="val 4324"/>
            </a:avLst>
          </a:prstGeom>
          <a:solidFill>
            <a:srgbClr val="FDECEA"/>
          </a:solidFill>
          <a:ln w="12700">
            <a:solidFill>
              <a:srgbClr val="C127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1005840" y="114300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Ambiguous Grammar</a:t>
            </a:r>
            <a:endParaRPr lang="en-US" sz="18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string has multiple valid parse trees.</a:t>
            </a:r>
            <a:endParaRPr lang="en-US" sz="18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</a:t>
            </a: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 does not specify precedence between '+' and '*'.</a:t>
            </a:r>
            <a:endParaRPr lang="en-US" sz="18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solution: </a:t>
            </a: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'*' with higher precedence than '+'.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22376" y="28803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Revised Grammar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383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E + T | T</a:t>
            </a:r>
            <a:endParaRPr lang="en-US" sz="2000" dirty="0"/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T * F | F</a:t>
            </a:r>
            <a:endParaRPr lang="en-US" sz="2000" dirty="0"/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→ id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85216" y="6281928"/>
            <a:ext cx="11356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Higher-precedence multiplication removes the structural ambiguity of the original grammar.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160020"/>
            <a:ext cx="1901952" cy="6236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" y="-1188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Resolved Parse Tree</a:t>
            </a:r>
            <a:endParaRPr lang="en-US" sz="3200" dirty="0"/>
          </a:p>
        </p:txBody>
      </p:sp>
      <p:pic>
        <p:nvPicPr>
          <p:cNvPr id="4" name="Image 1" descr="/home/claude/assets/tree_revi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005840"/>
            <a:ext cx="3200400" cy="4023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85216" y="6281928"/>
            <a:ext cx="11356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Re-parsing "id + id * id" against the revised grammar now yields a single, unambiguous parse tree.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160020"/>
            <a:ext cx="1901952" cy="6236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" y="-1188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22376" y="1051560"/>
            <a:ext cx="9966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 Analyzer turns an abstract compiler-design exercise into an interactive, visual experience.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validates CFGs, generates parse trees, detects ambiguity, and explains its underlying cause.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suggests concrete grammar transformations and verifies them by re-parsing the revised grammar.</a:t>
            </a:r>
            <a:endParaRPr lang="en-US" sz="2000" dirty="0"/>
          </a:p>
          <a:p>
            <a:pPr marL="254000" indent="-254000" algn="l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r>
              <a:rPr lang="en-US" sz="2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analyzer to LL/LR parse table construction and code generation.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85216" y="6281928"/>
            <a:ext cx="11356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and developers build intuition for grammar design, ambiguity resolution, and parser behaviour.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768</Words>
  <Application>Microsoft Office PowerPoint</Application>
  <PresentationFormat>Widescreen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varshitha ravuri</cp:lastModifiedBy>
  <cp:revision>1</cp:revision>
  <dcterms:created xsi:type="dcterms:W3CDTF">2026-09-18T08:42:07Z</dcterms:created>
  <dcterms:modified xsi:type="dcterms:W3CDTF">2026-09-18T08:47:40Z</dcterms:modified>
</cp:coreProperties>
</file>